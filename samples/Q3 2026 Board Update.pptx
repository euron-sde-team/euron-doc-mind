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beat plan by 6 percent. The beat came mostly from software subscriptions, which grew faster than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Software is now 37 percent of revenue, up from 31 percent a year 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churned logos this quarter were small single-site customers that consolidated warehouses.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Atlas v2 carries 35 kg, up from 25 kg, which opens the cold storage and beverage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 time fell because site mapping is now done remotely from the customer's floor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Senior robotics hiring is the slowest area; we added a recruiting partner in Berlin.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LiDAR risk is the most urgent. A six-week supplier delay would push about $3 million of Q1 revenue into Q2.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expect EBITDA break-even in the second half of FY2027 if the budget is approved as proposed.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FY2027 budget plans revenue of $96 million and 96 new hires.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 Board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Robotics,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Revenue of $18.4 million, up 32 percent year over year</a:t>
            </a:r>
          </a:p>
          <a:p>
            <a:r>
              <a:rPr sz="2200"/>
              <a:t>Annual recurring revenue reached $71.2 million</a:t>
            </a:r>
          </a:p>
          <a:p>
            <a:r>
              <a:rPr sz="2200"/>
              <a:t>14 new enterprise customers, including Globex</a:t>
            </a:r>
          </a:p>
          <a:p>
            <a:r>
              <a:rPr sz="2200"/>
              <a:t>Atlas v2 pilots running at 3 customer sites</a:t>
            </a:r>
          </a:p>
          <a:p>
            <a:r>
              <a:rPr sz="2200"/>
              <a:t>Gross margin improved to 61 percent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segment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85216">
                <a:tc>
                  <a:txBody>
                    <a:bodyPr/>
                    <a:lstStyle/>
                    <a:p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2026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 over year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Robot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+21%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Fleet software subscriptions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+58%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Deployment and support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+19%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212 customers in total, net revenue retention of 118 percent</a:t>
            </a:r>
          </a:p>
          <a:p>
            <a:r>
              <a:rPr sz="2200"/>
              <a:t>Logo churn of 2.1 percent over the last twelve months</a:t>
            </a:r>
          </a:p>
          <a:p>
            <a:r>
              <a:rPr sz="2200"/>
              <a:t>Largest new contracts: Globex ($4.2M total contract value) and Initech ($1.9M)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Atlas v2 on track for general availability in March 2027</a:t>
            </a:r>
          </a:p>
          <a:p>
            <a:r>
              <a:rPr sz="2200"/>
              <a:t>Navigation stack v5 cut manual interventions by 41 percent</a:t>
            </a:r>
          </a:p>
          <a:p>
            <a:r>
              <a:rPr sz="2200"/>
              <a:t>Fleet software 4.2 shipped multi-floor mapping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1,340 robots deployed across customer sites</a:t>
            </a:r>
          </a:p>
          <a:p>
            <a:r>
              <a:rPr sz="2200"/>
              <a:t>Fleet uptime of 99.4 percent</a:t>
            </a:r>
          </a:p>
          <a:p>
            <a:r>
              <a:rPr sz="2200"/>
              <a:t>Average deployment time cut from 21 to 12 days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Headcount of 286, on track for 300 by year end</a:t>
            </a:r>
          </a:p>
          <a:p>
            <a:r>
              <a:rPr sz="2200"/>
              <a:t>Engineering headcount of 132</a:t>
            </a:r>
          </a:p>
          <a:p>
            <a:r>
              <a:rPr sz="2200"/>
              <a:t>Attrition of 9 percent, below the 12 percent 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LiDAR supply: a single supplier provides all sensors; second supplier to be qualified by Q1 2027</a:t>
            </a:r>
          </a:p>
          <a:p>
            <a:r>
              <a:rPr sz="2200"/>
              <a:t>Customer concentration: the top 5 customers are 38 percent of revenue</a:t>
            </a:r>
          </a:p>
          <a:p>
            <a:r>
              <a:rPr sz="2200"/>
              <a:t>Regulation: EU AI Act obligations for safety systems; legal review under way</a:t>
            </a:r>
          </a:p>
          <a:p>
            <a:r>
              <a:rPr sz="2200"/>
              <a:t>Hiring: senior robotics engineers are slower to hire than planned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Operating expenses of $13.9 million in the quarter</a:t>
            </a:r>
          </a:p>
          <a:p>
            <a:r>
              <a:rPr sz="2200"/>
              <a:t>Cash of $64 million and a runway of 30 months</a:t>
            </a:r>
          </a:p>
          <a:p>
            <a:r>
              <a:rPr sz="2200"/>
              <a:t>EBITDA margin of minus 12 percent, improving from minus 19 percent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requested from the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Approve the FY2027 operating budget</a:t>
            </a:r>
          </a:p>
          <a:p>
            <a:r>
              <a:rPr sz="2200"/>
              <a:t>Approve a second LiDAR supplier contract of up to $3 million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Board Update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